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7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09FFCE-1D3B-FF5F-7956-8A656A656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69FDDD-B1CC-D374-E4D6-81B1B7CB9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15A63-E0CD-F359-50FC-1E8F386D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8362-10D9-49D5-A510-7BD5BDCF8593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FCEEAE-266E-319D-3652-17FE08ED7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A56CA6-812C-5463-5620-A6B6EB7A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14DC5-8CEE-44EC-9AE5-8E2F2B719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05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E0331-E4B0-E945-C177-8574FC085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C65D81-6A5A-DC73-9CF6-EDDF522B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71C018-3146-93BB-7027-C324DBE8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8362-10D9-49D5-A510-7BD5BDCF8593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EEC045-D40E-00C3-FC42-D312DB41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0D43B9-3BA8-0303-3EA0-33A3D573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14DC5-8CEE-44EC-9AE5-8E2F2B719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13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B23C2-686A-25C8-C03C-67E432876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A81C76-95D3-41C4-BBB2-8EFDFB1C8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EC4D84-6C07-8E17-54B3-5C768BE15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8362-10D9-49D5-A510-7BD5BDCF8593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85781F-3817-587D-62EC-3B83E44BE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2DA1F1-5581-6BA4-C383-D84080101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14DC5-8CEE-44EC-9AE5-8E2F2B719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77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73B98-4DCA-5FCB-C324-602B2C76B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01B506-F0C5-291F-880C-B2AAAFCDF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9DFC8B-FBB5-1F02-705B-18DA433A9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81123C-5948-67F0-3E37-D58E0259A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8362-10D9-49D5-A510-7BD5BDCF8593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440FDB-32AC-786D-9E1D-586271B1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8DDB26-4AB3-43BB-0100-89F074D40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14DC5-8CEE-44EC-9AE5-8E2F2B719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67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F03A65-A153-25A6-50CF-168F3BF8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BC234D-665A-C6B4-949E-BA63BD11E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F77F72-E703-97F9-EAAE-2B8F99440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39702F-4B58-AFE5-C221-699864AAC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4DD550-D1CC-3D32-AF2C-686018FFA6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DC1FF2-4352-18F9-0705-7EF98E01E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8362-10D9-49D5-A510-7BD5BDCF8593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5193F0E-91F1-E267-7DCD-783188FB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22F9C4-A608-3307-E1E9-444E4449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14DC5-8CEE-44EC-9AE5-8E2F2B719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018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0F127-76B4-DA30-69EE-3BFC3E2A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A14B046-6034-2923-56BE-5B8FFA61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8362-10D9-49D5-A510-7BD5BDCF8593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B6203D-F184-EDAA-AA20-419DED7B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97FAB1-2106-DD33-2B7D-8DD676656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14DC5-8CEE-44EC-9AE5-8E2F2B719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21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EA8817-5BB0-4AA7-CF3B-2DA142959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8362-10D9-49D5-A510-7BD5BDCF8593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B7C619-B3BD-8FA9-D19D-109B243BD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8BA68C-5026-39F4-F85B-15F4ECD22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14DC5-8CEE-44EC-9AE5-8E2F2B719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99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FFE109-E6B5-FEF7-5A50-BAE106DB6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B73E43-6740-721F-D842-83AB80097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B30AD5-70E6-C19E-F8D2-D049587D5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EDE7F6-9E32-DE4F-2FE2-DBDA53F90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8362-10D9-49D5-A510-7BD5BDCF8593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2F9BE8-6DE7-9010-20FE-6C6D69FE1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D2ACF6-9E0F-43D0-087B-5310D004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14DC5-8CEE-44EC-9AE5-8E2F2B719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365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2EDFBE-01DA-D469-B55B-80091FA5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D53D95-1201-42E2-82C4-106DC4CAC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7B52B7-7182-FFF8-BCC3-A738BBF0E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2FFF5C-40E3-2401-A070-306C7869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8362-10D9-49D5-A510-7BD5BDCF8593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66B186-FF41-3EC2-3F44-D8B6E13C6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C05FD8-DAA3-77F4-A5E2-B3D0F6FCA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14DC5-8CEE-44EC-9AE5-8E2F2B719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86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434056-C948-3050-D1C8-BF9D670B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9D2FFD-702E-DE80-760B-8D58FF2FE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95752A-B571-F228-7A49-8E13EB42C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8362-10D9-49D5-A510-7BD5BDCF8593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19AAA4-4777-D353-3218-F17A004D5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B74123-539F-A539-1D46-C8D876DC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14DC5-8CEE-44EC-9AE5-8E2F2B719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0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C034D7-AD92-F612-C88E-DF4F025DC4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6C46D3-4C05-C06D-6AAE-15B4CD752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0B13D4-A9B1-2BAC-31D8-1423352E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E8362-10D9-49D5-A510-7BD5BDCF8593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09CA5A-40F1-2539-85F8-BEFFAADD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E511E8-DF0B-73C6-0702-F18023EAE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14DC5-8CEE-44EC-9AE5-8E2F2B719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219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2D12F2-33DF-38EE-E816-82A679B9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330AE8-121C-30C0-DDB6-D923CA7BB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26B88F-19DA-1DAB-5959-8D9F1AA24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E8362-10D9-49D5-A510-7BD5BDCF8593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E6175E-1A29-2209-2EF2-0D8E0FF2D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8A6934-D741-C933-F867-8CFED5FE0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14DC5-8CEE-44EC-9AE5-8E2F2B719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880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7DEAC09-C99C-C36A-3B87-07640DE9A27D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43A1B1-ACAB-9C4A-192E-A45402C06957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49F883-911B-B16B-F34F-5701FA6B221D}"/>
              </a:ext>
            </a:extLst>
          </p:cNvPr>
          <p:cNvSpPr txBox="1"/>
          <p:nvPr/>
        </p:nvSpPr>
        <p:spPr>
          <a:xfrm>
            <a:off x="825500" y="1676400"/>
            <a:ext cx="635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具备自主决策能力的通用网络安全智能体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初审材料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统一工作台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127.0.0.1:8080</a:t>
            </a:r>
            <a:endParaRPr lang="zh-CN" altLang="en-US">
              <a:solidFill>
                <a:srgbClr val="323232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239566-BFD7-F1C4-9340-960FBED5BDC4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E1E345-AB51-E1E0-A534-FC7AC30F8039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证据：技术报告；赛题要求；可运行系统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9A78F4-2666-5296-F935-AE990E63719B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1/15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9697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0B330C-80B8-35DA-7295-3BE1BDCFE019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E69001-FE7B-8C0C-7078-A2573066113D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初审回答的问题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AA39BA-9758-D84D-32A7-5AFEC4738C03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复杂任务如何自主规划并动态调整？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如何约束工具、权限与网络边界？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如何让执行过程可解释、可复现、可验证？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22C643-0521-20D6-9BB3-AF24D028F51F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198C3E-4B84-C1F3-8321-7D9C7333728F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证据：赛题评分维度；项目证据矩阵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68327-EF4B-0759-CE70-4390140C7BC3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2/15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3819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A643E2-14FF-54D0-7E73-02F3266E785C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12740D-2DB2-0D2E-5B03-AA476D268FEA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可审计任务闭环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41B0AE-547B-3695-5EC1-1F071E1F23E0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用户目标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-&gt;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任务快照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-&gt;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规划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-&gt;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受控工具执行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-&gt;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证据沉淀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-&gt;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结果验证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-&gt;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报告。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失败、拒绝和恢复都进入同一条运行轨迹。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DBA512-B102-B24A-01C1-67919E9BCFC6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ACD5E9-ADCD-9A10-40C5-7DA988B1F724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FastAPI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AgentEngine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SQLite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；事件与报告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906419-D42B-CD12-A5DD-4887D680807E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3/15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5099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2F19DD-FCAC-1A56-36B7-3798A7D00F2C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DBC9B6-1FC1-A1F5-6FAE-39D6262241CD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不可变 </a:t>
            </a:r>
            <a:r>
              <a:rPr lang="en-US" altLang="zh-CN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Run </a:t>
            </a:r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快照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FAF509-70F9-2B57-E12A-9C5F97575E0C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每次运行冻结模型、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Agent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、授权范围、工具集合、目标和附件摘要。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后续规划与结果始终关联同一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Run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，避免配置漂移。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DF97EE-48F2-FDFE-B6B5-4FCE0D1943E4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2B5BED-F364-23CE-626B-A6AC53206C62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TaskSpec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Run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Artifact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ExecutionStep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Evidence</a:t>
            </a:r>
            <a:endParaRPr lang="zh-CN" altLang="en-US" sz="11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147181-DC16-2A13-EF00-FEABF3354E58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4/15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0795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4945AA6-ABBC-C22E-6233-3EC76D5B6BF2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938998-3203-AE88-0783-4DF0148F2747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自主规划与动态调整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653062-53E4-A7F7-781B-DFDEC7256F32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模型输出结构化计划，执行器逐步落实。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遇到工具失败、证据不足或安全拒绝时，系统根据状态重规划并保留原因。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D5E117-DEAC-EA69-4AD1-5BAD414A4C0C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21FD32-A430-8A4F-7AFF-2367F9DE81C1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证据：规划节点；检查点；重试与重规划回归测试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69E190-BD27-FD22-8D85-9EE1362F1A73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5/15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3134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1E1E04F-1481-EBB3-969D-4C85B835F3A8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614B18-6529-A560-16B9-383BDDFDA7C5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工具协同与扩展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4A4947-873F-D51A-402D-7304668B0F8E}"/>
              </a:ext>
            </a:extLst>
          </p:cNvPr>
          <p:cNvSpPr txBox="1"/>
          <p:nvPr/>
        </p:nvSpPr>
        <p:spPr>
          <a:xfrm>
            <a:off x="825500" y="1676400"/>
            <a:ext cx="635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ToolSpec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统一输入输出、风险等级、超时和审计契约。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内置工具、插件和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MCP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工具通过同一注册与执行边界协同。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832162-0695-8A9B-B473-76B225DAADF9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B2C967-F569-E38C-0670-03834621D578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ToolSpec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Registry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Executor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；工具契约测试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DF2FC6-F199-D35B-9919-37C4564C2D6E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6/15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2547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1F7E58-70C5-43FD-B452-B80E472EAB34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0DF75D-CAEE-050A-29FB-8CF8848B065A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附件理解与证据提取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935873-AA45-36D6-8A81-FC5976CB182B}"/>
              </a:ext>
            </a:extLst>
          </p:cNvPr>
          <p:cNvSpPr txBox="1"/>
          <p:nvPr/>
        </p:nvSpPr>
        <p:spPr>
          <a:xfrm>
            <a:off x="825500" y="1676400"/>
            <a:ext cx="635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附件先经过类型、大小和归档安全检查，再由受控工具解析。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提取结果作为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Artifact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Evidence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保存，不依赖模型口头声称。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DFCFD9-B6A6-2F16-1705-7870ACD0C91A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F8255F-79AF-6B34-7017-D69DF6654970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证据：上传校验；附件解析工具；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Artifact 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索引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52B4F7-C6E1-1B9D-7CD1-7F4A7507F596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7/15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9084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BC3518D-0186-0B87-FA1B-1041C24527E7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92BF4E-EA64-8329-6AA9-DE39F92BD77E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本地 </a:t>
            </a:r>
            <a:r>
              <a:rPr lang="en-US" altLang="zh-CN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Web </a:t>
            </a:r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只读分析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9518D6-5047-0A83-A448-64F7FB995207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网络访问限定在用户授权范围，默认仅允许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localhost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请求、响应摘要和解析结果进入审计轨迹，越界访问被策略层拒绝。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3044D4-0430-CED9-1718-1C08BD05ED89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FEFA73-6B94-BF02-DAEE-E44073D236F0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证据：授权范围；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URL 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策略；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HTTP 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证据工具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C52F2C-5D0B-9867-0683-6ED200089E60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8/15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9786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C4FE09A-D759-B232-8712-86EEF23FE9E5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EF639A-DAB3-E665-1515-DAE9DD2B64D4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Prompt Injection </a:t>
            </a:r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防护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9B9089-6D94-1B40-CF3F-3B4E7607E670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外部内容始终按不可信数据处理，不能覆盖系统规则与用户授权。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检测到注入后记录风险并继续完成安全范围内的任务。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84A5D8-931B-0E26-564A-5210AF4F4672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B95A25-3584-5242-7045-0785EB26F177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证据：提示注入检测；策略拒绝；安全恢复测试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5FEF46-39A0-E7D6-A9ED-BAC97709442A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9/15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3648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42F610C-2464-7FA5-72A0-E8DF244B5638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DAC0A0-91BF-B32E-D093-CDEFC12F5634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解释、验证与复现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F82CF5-877B-4DF1-D3FB-2D2E5664F976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事件流展示每一步决策、工具参数摘要、结果和证据引用。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确定性验证器负责可机器核验的结论，报告明确区分事实与推断。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806C6B-7067-0C04-7A81-2759AEA8138C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03073D-BD04-5199-7B0B-940ADFCD0F31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trajectory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report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EvaluationScorer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；验证状态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2A8235-9CB5-DAD2-1B6C-E52B70E7F9D6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10/15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9726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E1F2AA-6BD2-F689-F247-F2BE4C6953B6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99F74A-FD16-B487-84B1-B5C7043740ED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统一工作台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E15E3F-EE18-DBE3-5AD0-54A1616C7469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任务创建、授权、执行进度、工具调用、证据与报告集中在一个界面。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设置和日志均做脱敏处理，默认入口为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127.0.0.1:8080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489E08-A7C5-DC17-9E6E-F8B490D30B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0" y="1600200"/>
            <a:ext cx="4000500" cy="457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170CA7C-720B-3AE7-08DE-18E14F9159F0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5FF150-1EDA-0B35-3EC9-360406EC348A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证据：真实工作台；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Playwright 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桌面截图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E87D0B-5ED9-F7CA-4AF0-7FDFACD7566E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11/15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1918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C27439-9645-3583-BCBC-ABE21DA14FE4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C02F22-0865-0ABA-4C8C-2B13B4875743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移动端可用性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05912A-7D93-CD20-4990-4B7FA8D50FAB}"/>
              </a:ext>
            </a:extLst>
          </p:cNvPr>
          <p:cNvSpPr txBox="1"/>
          <p:nvPr/>
        </p:nvSpPr>
        <p:spPr>
          <a:xfrm>
            <a:off x="825500" y="1676400"/>
            <a:ext cx="635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移动端保留任务创建、授权确认、运行状态与安全边界入口。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布局针对窄屏重排，核心信息不被裁切或遮挡。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B9F0C2-2327-3801-14DB-C13AE100C43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0" y="1600200"/>
            <a:ext cx="4000500" cy="457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78AB8C9-122A-7F47-6D84-ED96DDF428EB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A6544E-40D7-4D82-2C52-9C5C9788B7D7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Playwright 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移动端截图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A16B45-8768-68B9-79F9-E769320DD191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12/15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3556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318640C-665D-D064-134B-F8843D229FC6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DE9FF2-5EE8-9E34-DB85-53E19DEE30FE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工程化与供应链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69DFD4-770C-2A6D-9F70-CEA6B0E79161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Docker Compose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一键部署，提供健康检查、迁移、诊断、备份和恢复脚本。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后端、前端、端到端与依赖审计纳入统一质量门禁。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005F67-52BA-4D0F-1B04-4F61F90E3BB8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6CBE69-6EE8-B521-30B1-E413D91789DE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full-check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；健康检查；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npm audit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；依赖锁检查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982AC8-559C-08A7-7EAD-EBC372B0BC19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13/15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8628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D924215-0A63-E1E9-E084-6588B8EFCE95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A1124C-25E5-715E-9478-36160D40CE19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通用评测口径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F479A7-C05C-D739-7E4D-DF4421373C0D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evaluation_cases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提供可扩展的本地评测集合。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统一记录任务完成度、安全性、证据充分性和可复现性，不将模型自述当作成绩。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CB0093-1B9B-5164-7975-1D02203DB688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C2A0E6-75DE-6F8F-16B0-F2FA2FE59729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EvaluationRunner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EvaluationScorer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；测试与评测报告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0188FE-B163-2922-AA4C-AE6413387825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14/15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07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A2BE820-4D8D-CC71-C5B3-4398E6712094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863CBD-2E22-B04A-804C-50C83C8746F9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能力边界与提交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B96624-21F4-4B66-B207-589BAA027455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仅处理明确授权的附件和本地目标；不提供任意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Shell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，不攻击公网目标，不代替外部平台提交。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提交材料与可运行系统统一使用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127.0.0.1:8080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75ED60-123D-721F-13C4-4946F91A3BFB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CB68B8-76E0-1116-5803-8CDA788F3FFB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证据：技术报告；部署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用户手册；证据矩阵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4BE071-FA42-3BFE-39DB-3E85D42255BD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初审答辩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15/15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0533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1250</Words>
  <Application>Microsoft Office PowerPoint</Application>
  <PresentationFormat>宽屏</PresentationFormat>
  <Paragraphs>76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Aptos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 c</dc:creator>
  <cp:lastModifiedBy>jh c</cp:lastModifiedBy>
  <cp:revision>1</cp:revision>
  <dcterms:created xsi:type="dcterms:W3CDTF">2026-08-29T03:39:44Z</dcterms:created>
  <dcterms:modified xsi:type="dcterms:W3CDTF">2026-08-29T03:39:44Z</dcterms:modified>
</cp:coreProperties>
</file>