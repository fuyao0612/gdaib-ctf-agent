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4" d="100"/>
          <a:sy n="34" d="100"/>
        </p:scale>
        <p:origin x="7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2491A0-9C09-5500-3410-6944559ACA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E5D4E1-6D3B-36D4-CC93-B652720020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7B96F3-3EC6-1A8E-5548-DD6512D1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C143C4C-5CBF-F3EE-1333-A1F6C5C6B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81286C-CC0C-49B7-7BEE-A0E980D9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3889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F4BE88-B181-8874-D700-CADA76899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E9D0364-2E25-9F87-585A-615549D4E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098C-290C-0C6C-10A3-27D5A4B7E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02F7843-2B91-CB73-A523-D63128E2B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15B34E8-1079-9A8B-0306-E3652FFE9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52709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E433E7-0E5E-1255-CF2E-DC2E31567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2C82F1-8F92-61ED-B890-B48F698BC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9C1A046-34E8-5E03-8473-E481136F5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F03968-9A71-499D-53EE-2FA8854C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54BD0E-62C4-A6DC-D768-A00177B08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990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18663F-9188-4D0E-F57E-27DE104504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5974FB-CFE3-9608-E23F-CFDFDA8E50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05DB98-94DF-3F8D-EBDB-2F6016B39A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ED4FB4B-6FBC-4656-D6ED-105A5359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116CF8-46E2-731C-A8B5-3ED70D4C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7347E81-E2F8-9622-1CCC-BC2F14DC1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590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D0F2C7-8167-3971-727B-EDAF566AE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ABB00B-3674-0A98-5176-AA6DD21D9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BB35009-F500-B861-54E9-DF2E1285D9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B88E78E-B608-8AB4-F626-A0ADB417E3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C611805-BB3E-9CAD-5DB4-AB1F54CB7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0B64962-95FD-2DEC-AEC9-F5F802683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567277C-C44F-054D-1ACD-55204EEE0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C1EC5F6-B4FD-B208-E170-076D39CF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16872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744B8-3C12-00E3-F4DE-5BF67D7F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859DFE7-DF17-8EA1-44A3-360289C7A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F9FEA1-E4C9-B7E1-7DC9-9EA9F2619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E7DFF66-1194-1157-F079-781FD4D4C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78141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72295BE-0BD5-8AE0-C17A-DC5C514CD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DB9A47-8CF3-1200-4DB8-0C47F6C8B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A4A9164-6C56-6DF4-21AE-9FC097136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81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525077-61FF-5818-5434-D57819C25C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206FA6-648D-8A18-2168-BB7E22764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F7520B-070F-D3C0-C367-252221F30E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D43FB37-D8F2-2EA8-A4B2-275905BBE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33B043B-788F-465A-10A4-1405390A8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733CAEF-F5F1-E11E-6EFE-0FD40B59B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2995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E3D460E-E1EC-379E-356E-8FEF8401F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4826A54-1694-5320-C7F2-17F32511D2F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70C93B-4618-AE97-FC45-78A2D95194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508C197-608D-AB0A-22FA-9023F89E8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197F35F-5F18-B020-ECC5-EA35D7BD8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65F4F9-F44E-D743-CA2C-DBBA442D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87602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19CE30-FC2D-7047-6B02-158136A6F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3FB6935-564A-3D1F-EE7F-F5010C3EB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69DCE3-2156-83F6-311A-7B4B30A25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B00D96-30B3-305E-BBFA-0A027CD70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39A2D97-6685-5185-55B8-A8A3B05B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794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0C0A99C-3E8A-438E-26CE-48321B9C1C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18E84B-2DAE-515F-67E4-19CE09771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E826D2B-3E8E-1B9B-533A-4F806880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49F495-40AB-D6E2-B11C-2A6F2AA0D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D1E4A68-87EB-4642-AC95-8E520C43C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760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2DB1D7A-C054-54E9-6604-EDC34AF4B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ABCA269-9177-57D8-7B85-FA9DBA9B0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3C5830-82ED-6399-6F9F-A256AA304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D02E37-212D-45E5-B99C-39C388832D03}" type="datetimeFigureOut">
              <a:rPr lang="zh-CN" altLang="en-US" smtClean="0"/>
              <a:t>2026/8/28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C3082B-9591-1227-C976-5EA8C992B3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A0BF8-C8E4-8526-1A38-B7AD9B8368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F8AA30-6A0A-4627-AFFB-93DB5BD0E75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7100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BE137B2-6060-64D1-B917-45B623AB5915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C624BEB-EE91-191E-CD1B-C7D49BE9DAA9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EB2D32C-CB4C-426D-8B83-CA53387D9186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可审计的通用网络安全智能体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初审冲刺材料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仅授权附件与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localhost</a:t>
            </a:r>
            <a:endParaRPr lang="zh-CN" altLang="en-US">
              <a:solidFill>
                <a:srgbClr val="323232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23EE635-C4A1-B51C-1CC3-C81A93698FBC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E90048-F1E7-3479-934C-E33F0034D3C0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证据：技术报告；官方赛题资料（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2026-08-28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3E75FA0-9135-CDDD-99C7-9B86D340F187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58070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51138F4-7F70-0157-C318-D5D4799F34FD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93ADC80-DF6E-4FA9-CE67-6E3F20F1E6B2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初审回答的问题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A2A53D-D609-67A7-7D4F-8E68FC114FA4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复杂任务如何自主规划？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如何约束工具与授权？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如何证明成功不是模型自述？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B23EAD7-6E57-61A4-AEA5-88CF2A26D328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BC3251C-1C58-6DFB-CE30-0055E0F99D4F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证据：官方五维评分口径；差距矩阵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8E37C66-FA13-C753-F8D6-7367D703F064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2/15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23269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9A628A4-E787-1104-0975-D27E45B33B48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272F717-0C3A-0989-6DAE-E015332E272B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可审计闭环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849426D-6164-85BF-2E0C-E3B56DD8EEE8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正式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HTTP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消息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Run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快照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AgentEngine -&gt;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受控工具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Artifact/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事件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-&gt;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独立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</a:t>
            </a:r>
            <a:endParaRPr lang="zh-CN" altLang="en-US">
              <a:solidFill>
                <a:srgbClr val="323232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45B405-27E2-E28A-F1F8-B9B2724F95B7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6FD424C-DFC6-7583-BD5B-9A2871AE6767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FastAPI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SQLite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ToolSpec/Registry/Executor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A9933CF-83EF-98CE-DD06-82DC777A75A5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3/15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47585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FB51B74-AF2A-CB54-801F-CC005B320F24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664792C-E85A-BA80-46FE-2B63CFC5C347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不可变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快照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1318338-F3D1-4AA7-93CC-E5047B86534B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冻结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、授权、工具、目标和附件。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轨迹、报告与评测索引关联同一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B02566E-1EE1-A61E-F6F8-AE3A459E5EA2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B0BF2A-7CB8-1E5E-EE1B-FE775587A4FF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TaskSpec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Artifact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ExecutionStep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Evidence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81B61A-4E07-5F41-D406-1B9F578D13F7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4/15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058622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7D78C1F-C569-0AAD-B3FE-F4D865FA7BD6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92A5CB4-D417-0E78-422B-4C2C9EF3EDD8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黄金案例绑定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A11D1CA-1F31-D289-5DFE-7A4A941CAE01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case_id + case_version 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目标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请求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附件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SHA-256 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授权摘要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+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工具快照摘要。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相似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不匹配即拒绝评分。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29478F-BF48-D320-7F84-61C9E2EE4E0F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2AB5018-C4B9-E3BE-6C4E-BA813983197D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GoldenCaseBinding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；未绑定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拒绝回归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B63459D-1BB6-21F3-8FD6-4B9B0D200119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5/15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09106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46E2696-12A1-98F5-9EF3-F1DA2D6F452B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27838C2-EF49-84E9-A25B-D590A5E4B04C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：最终验证闭环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BD7F302-C89D-E5BE-933E-EDE8C819A722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必须真实调用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FlagCandidateVerifyTool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未调用即拒绝完成并回到重规划；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核验候选哈希与工具结果。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B9DF817-AB87-3931-B97B-9FE566F21173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6429FE-D5AE-9E60-DF96-D383C508D32C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AgentEngine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；私有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246D7F3-997A-4203-E94D-CA754F69AD4D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6/15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7228000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FBE1A7D-258C-ADA9-11DC-62DD2C13F06E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4A1B49C-A584-10E7-99EB-1824B79EDCA2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B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：本地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Web 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线索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C142C44-360A-1752-BD8E-21D97E723F77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仅允许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localhost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与冻结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URL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范围。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按动态线索选择受控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HTTP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证据和解析工具。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781C5F-EBEF-5212-4DA6-E853659781E3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28C7537-D225-2186-551A-523BBFB8069E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B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；本地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Web lab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；解码链证据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20F5606-C2AB-9C84-FE20-28F59C529159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7/15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53066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7DC620-C1C9-DE90-075D-6FF905507709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769086BD-7F81-6485-648D-F1F744591955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案例 </a:t>
            </a:r>
            <a:r>
              <a:rPr lang="en-US" altLang="zh-CN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</a:t>
            </a:r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：注入后安全恢复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706152C-D38C-3323-C1DA-BDA614CFB082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先识别并拒绝注入影响；再用附件检查工具完成授权摘要。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不补写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safety.recovered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，摘要绑定真实工具证据。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9CF5067-BE18-47FE-CBA6-FE34A7B9D743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20335A6-022D-CB78-0755-1E0DFA04B970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 manifest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；注入安全回归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395F44D-9472-F747-9304-D8782371AA15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8/15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912793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9270A7C-8E8A-DBA6-6806-FB31C26F0F8B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DA0EF6E-98A3-7BAA-1C90-BC06F723C8E5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解释与复现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E947656-D27E-406E-4936-BC3B67E7E97D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公开事件、参数摘要、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Artifact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引用和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理由组成可追溯路径。</a:t>
            </a:r>
          </a:p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Judge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配置不进入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Agent Prompt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1908F4-563C-013D-F64E-71783A2103E9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C2F0BA1-7FCA-9350-F928-4C81936A5279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trajectory / report / evaluation index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0AA95F-5624-D910-6607-4736D0EA7EBA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9/15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8864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6A4B266-F2AA-0835-A606-D16FF51D2A71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A057C20-63AB-3D54-AB83-D3A7E565EDE9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工具协同与扩展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70116D0-03E9-F914-B90F-B14E15F99EA3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ToolSpec/Registry/Executor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统一输入、风险、超时和审计契约。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内置、插件与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MCP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遵循同一边界。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593010-11F3-7812-D541-CCCBA089672F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8025B97-7B9F-6F1A-2F28-35F95D173AFC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证据：工具契约测试；风险审批策略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0790B10-A302-2000-DC11-1114F01BCFD5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10/15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22989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78FBD63-E369-822E-1066-163BD9F2F952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9B5884A-BF66-0876-86DC-09B86866EF84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上传安全与工作台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50734DF-EE94-BD5D-2450-629B3822E356}"/>
              </a:ext>
            </a:extLst>
          </p:cNvPr>
          <p:cNvSpPr txBox="1"/>
          <p:nvPr/>
        </p:nvSpPr>
        <p:spPr>
          <a:xfrm>
            <a:off x="825500" y="1676400"/>
            <a:ext cx="6350000" cy="92333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CSV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ZIP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TAR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均有条目、展开量、压缩比和解析复杂度限额。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真实工作台显示脱敏状态，不含密钥。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36D13B5-894F-D5E3-D386-7CEE5D07093C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600200"/>
            <a:ext cx="4000500" cy="4572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3EC27CB0-A999-3EE6-9202-D0523B37FAC4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0A07805-1528-3754-971B-17467DE715D0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证据：拒绝测试；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Playwright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桌面截图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E9E0811-8FF5-2991-A7A7-5F3C00B3DE92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11/15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4409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87A6B6F-ABA6-F642-1353-0ED43F5DD2A8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5DACE57-4F99-74DA-2584-EE938708C44F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移动端可用性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C9EE6C5-F57A-AD94-5319-932FFAD0056A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移动端保持场景选择、授权前置与安全边界入口；不以占位页替代实际界面。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2DC7FCEF-F877-4276-AD4A-7AC89F2DCC6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600200"/>
            <a:ext cx="4000500" cy="4572000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04185A51-BB4A-CE30-FDA7-DEE559E292BE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6A55115-935E-9062-085C-C5DF5B90E99F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Playwright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移动端截图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5C5941D-BEDA-4DF7-7B98-62F980B04E12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12/15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777179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24BA89C-7ABD-348F-7B20-CBD7E3D1010F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905B3E2-ED0E-4E58-800B-7D3EAC7DB3D5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工程与供应链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2177DE-9323-F31B-3358-77E87986F55D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Docker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全新构建、健康检查、隔离黄金卷、启停诊断脚本。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生产与完整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npm audit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均为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0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漏洞。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DA6F48-FD63-9FC9-2CE1-C7EB1EFB75C3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CD31061-E3C0-9130-0262-4A2D25CF1536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full-check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audit JSON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undici 7.29.0</a:t>
            </a:r>
            <a:endParaRPr lang="zh-CN" altLang="en-US" sz="11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D8D2CC7-98F0-C9D4-F70A-D8BD6B8AEDC0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13/15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3398321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24D6773E-8A7B-7B9D-BFA5-F434B23B9C21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523BBBE-8B53-83F9-A569-4F82A377B53A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真实评测口径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F850C0-FB0A-3AC0-F567-F11FEE2790ED}"/>
              </a:ext>
            </a:extLst>
          </p:cNvPr>
          <p:cNvSpPr txBox="1"/>
          <p:nvPr/>
        </p:nvSpPr>
        <p:spPr>
          <a:xfrm>
            <a:off x="825500" y="1676400"/>
            <a:ext cx="6350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默认卷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127.0.0.1:8080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已真实调用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：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A 2/3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，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B 3/3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；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C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修复后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9/9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独立黄金卷尚未配置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，不将默认卷结果冒充独立卷验收。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B330BC2-64E2-A439-BCCB-29F5F4D15451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E304BC7-B6A8-CAFA-D655-A58651AEC43C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证据：脱敏 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Run 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摘要；测试与评测报告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C9D7BCF-631F-68C1-9ABE-6948F9B27071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14/15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357748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703063C-897F-1CE4-2503-32BDFDFB8B84}"/>
              </a:ext>
            </a:extLst>
          </p:cNvPr>
          <p:cNvSpPr/>
          <p:nvPr/>
        </p:nvSpPr>
        <p:spPr>
          <a:xfrm>
            <a:off x="0" y="0"/>
            <a:ext cx="12192000" cy="2286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7565A1B-ABAF-FBE8-3BDB-64342EDC6CD2}"/>
              </a:ext>
            </a:extLst>
          </p:cNvPr>
          <p:cNvSpPr txBox="1"/>
          <p:nvPr/>
        </p:nvSpPr>
        <p:spPr>
          <a:xfrm>
            <a:off x="762000" y="533400"/>
            <a:ext cx="10668000" cy="53860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2900" b="1">
                <a:solidFill>
                  <a:srgbClr val="1D1C23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边界与提交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2DA43FA-0CDF-6401-58A2-5EBDDF3768EC}"/>
              </a:ext>
            </a:extLst>
          </p:cNvPr>
          <p:cNvSpPr txBox="1"/>
          <p:nvPr/>
        </p:nvSpPr>
        <p:spPr>
          <a:xfrm>
            <a:off x="825500" y="1676400"/>
            <a:ext cx="6350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不做任意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Shell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、公网攻击、外部平台提交或伪造成绩。</a:t>
            </a:r>
          </a:p>
          <a:p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独立黄金卷需配置真实 </a:t>
            </a:r>
            <a:r>
              <a:rPr lang="en-US" altLang="zh-CN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Provider </a:t>
            </a:r>
            <a:r>
              <a:rPr lang="zh-CN" altLang="en-US">
                <a:solidFill>
                  <a:srgbClr val="323232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后按同一证据链复测。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CA9DF79-DA9B-01DC-40F2-1D7282B368AE}"/>
              </a:ext>
            </a:extLst>
          </p:cNvPr>
          <p:cNvSpPr/>
          <p:nvPr/>
        </p:nvSpPr>
        <p:spPr>
          <a:xfrm>
            <a:off x="762000" y="5943600"/>
            <a:ext cx="10668000" cy="25400"/>
          </a:xfrm>
          <a:prstGeom prst="rect">
            <a:avLst/>
          </a:prstGeom>
          <a:solidFill>
            <a:srgbClr val="54849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4EE5D0B-E9BB-49D6-A851-74D2CC56EEAB}"/>
              </a:ext>
            </a:extLst>
          </p:cNvPr>
          <p:cNvSpPr txBox="1"/>
          <p:nvPr/>
        </p:nvSpPr>
        <p:spPr>
          <a:xfrm>
            <a:off x="825500" y="6159500"/>
            <a:ext cx="10414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证据：证据矩阵；部署</a:t>
            </a:r>
            <a:r>
              <a:rPr lang="en-US" altLang="zh-CN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/</a:t>
            </a:r>
            <a:r>
              <a:rPr lang="zh-CN" altLang="en-US" sz="11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用户手册；签章占位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E60C544-8F6E-D1CA-625D-2D584613D3C8}"/>
              </a:ext>
            </a:extLst>
          </p:cNvPr>
          <p:cNvSpPr txBox="1"/>
          <p:nvPr/>
        </p:nvSpPr>
        <p:spPr>
          <a:xfrm>
            <a:off x="825500" y="6667500"/>
            <a:ext cx="10414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御网智元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</a:t>
            </a:r>
            <a:r>
              <a:rPr lang="zh-CN" altLang="en-US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初审答辩 </a:t>
            </a:r>
            <a:r>
              <a:rPr lang="en-US" altLang="zh-CN" sz="1000">
                <a:solidFill>
                  <a:srgbClr val="545454"/>
                </a:solidFill>
                <a:latin typeface="Aptos" panose="020B0004020202020204" pitchFamily="34" charset="0"/>
                <a:ea typeface="Microsoft YaHei" panose="020B0503020204020204" pitchFamily="34" charset="-122"/>
              </a:rPr>
              <a:t>| 15/15</a:t>
            </a:r>
            <a:endParaRPr lang="zh-CN" altLang="en-US" sz="1000">
              <a:solidFill>
                <a:srgbClr val="545454"/>
              </a:solidFill>
              <a:latin typeface="Aptos" panose="020B0004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82083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1016</Words>
  <Application>Microsoft Office PowerPoint</Application>
  <PresentationFormat>宽屏</PresentationFormat>
  <Paragraphs>74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等线</vt:lpstr>
      <vt:lpstr>等线 Light</vt:lpstr>
      <vt:lpstr>Aptos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jh c</dc:creator>
  <cp:lastModifiedBy>jh c</cp:lastModifiedBy>
  <cp:revision>1</cp:revision>
  <dcterms:created xsi:type="dcterms:W3CDTF">2026-08-28T15:44:52Z</dcterms:created>
  <dcterms:modified xsi:type="dcterms:W3CDTF">2026-08-28T15:44:52Z</dcterms:modified>
</cp:coreProperties>
</file>