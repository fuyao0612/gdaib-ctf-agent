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94F7B3-98D3-8BDC-4321-2A6C7DDC3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5D97AB-2DC6-78DC-DF4E-9444EE299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438FF-AF6A-58E7-4356-B55FBCDB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98A888-B5F8-F86A-0A31-B4243DAB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D4E049-00DA-D1B2-B772-77DD8FC2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91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9AE04-938D-B06C-DAFA-45C05D28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454E46-FBCB-2566-95B2-8A7EFF125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91245-F70D-6A24-E814-2B089A2C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42BC65-3489-3E95-689F-C656CAC59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B64A72-0AEC-4857-B004-767EA67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92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0F8A2-B452-6B6D-C151-E67F3C3C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BD0BCD-63B3-8DBF-B53F-6344EEBA5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CB59CD-0998-AE24-66A3-C1FF96EA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27D4A-4EC0-FC78-6402-E7595A4D3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C8F0A-35BA-704D-2F48-0E12A15B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67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30A6F-21D6-7F74-C240-EE51AC89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EAC1ED-8492-276B-8932-F968A75FF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3A903B-8641-5CCD-EDBD-BBD1FA953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FB8326-5748-F3FE-0EC4-548056DC0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55BFB7-8077-9716-28F5-8483B2E6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E0726D-750C-FF29-CE55-D2113A28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3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AD109-68A7-A727-0046-E3537213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0A4A7F-3D97-B59B-607F-72883387D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B4E5C3-1D2C-48CD-9A10-9CC9718EB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F5939F-85F6-DDD0-C9F8-482EBFD59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EB3FD0-38B1-A66F-29D9-4574C1885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C1DBBC-8804-7269-B952-72C04707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092936-1A62-193C-EBEE-E33C5550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F5ADFF-C09C-39BE-5464-960B8893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07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85C2C-37AE-D1AD-ACD6-F6471EA1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CB11CE-7A79-97A2-0440-D2B0AD5B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BAA835-F2CF-BCD1-CF24-EBA0F381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79A13-60AB-B008-B872-A1A8BB97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89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A56019-DF0C-02C5-9A4B-C28F94E9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C6588C-D38B-653F-24CB-DE3F5970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D9566E-CF79-11B4-4ABA-095B2730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67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6076A-0913-0803-6C41-B42C3D338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F6D5EE-DDE8-4D04-A46E-32EA6441A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C89E8-8C3E-EFF7-D6A2-E7E16F3CF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EC27E9-29DF-F7BA-C0F2-DA21D4D5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108CB4-EC70-88BE-D2BF-68B612A8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B590F9-B48B-8064-81A6-CFCC0E26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78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711AC-A824-E331-8AF8-F48F585E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06E88B-1983-4136-6675-206B3B494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148AF4-928E-EA19-FE35-089AEDB0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C3E62E-9B96-853E-FD4A-98373F74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5EC719-25E5-CEE3-5653-A9EF8864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E706BB-A83B-9848-2B74-56E57601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97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38606-0802-9801-34EC-44B5F712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17D6DF-F6B6-4706-F714-9EE531E61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B1DA1-1E7F-37D3-3D16-0F7E229C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BB6FF2-EA13-173C-B747-FD086BF1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9F608-FE77-3409-B00C-91EAC4CE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96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D14574-DF24-77D1-3E2C-80C4F2A33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D32145-5635-22F2-9A9B-54057684C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CA9626-AC91-34A9-B188-F9AD7B1C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D9D21-809B-22C9-9A58-126F362A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8732D-D390-5CBC-E99E-53F6E5FA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84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65C44B-F0EA-15E6-7A12-551D9C3C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4AA12-C0C2-286D-4FCE-F445CEFD3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0AF275-5F72-9031-AEF8-B72073807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DC698-5BFF-4AA7-BBEA-AA1EB1F7C480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2B673-FFFD-C66B-FF3F-63FE59A0F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B234B7-C63C-8CA6-B2FA-1CC6AB89D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C2978-718F-472B-AA10-7ADB67165D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68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795A1C-B5E4-A0AE-9EC8-B2FBB2493A5B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056DBF-EE26-AC9A-DF38-3B6653AD0291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5A9083-E552-E07A-D512-9D8F193CA8A4}"/>
              </a:ext>
            </a:extLst>
          </p:cNvPr>
          <p:cNvSpPr txBox="1"/>
          <p:nvPr/>
        </p:nvSpPr>
        <p:spPr>
          <a:xfrm>
            <a:off x="825500" y="16764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具备自主决策能力的通用网络安全智能体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v0.5.0 |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统一工作台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127.0.0.1:8080</a:t>
            </a:r>
            <a:endParaRPr lang="zh-CN" altLang="en-US">
              <a:solidFill>
                <a:srgbClr val="323232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948623-AB10-4110-09CA-AE1610345BDF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4338F6-940A-156E-059D-9BC16BDD4826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证据：正式赛题方案；技术报告；可运行系统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9DCC09-2082-CA8E-E793-0F55DF0040BD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736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E65CE9-164F-A0F8-BC1F-5BB484A8BF95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CFC12C-85C0-EDDA-55E5-4BAECE0E9EBA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初审回答的问题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55EB19-E74A-150F-2B09-ED17A984F444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复杂任务如何自主规划并动态调整？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如何约束工具、权限与网络边界？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如何让执行过程可解释、可复现、可验证？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277497-A3BA-EE33-9002-7A5E7DF0C84C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4C2CEE-4E78-AC1F-5DA9-EBEF38F566DA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证据：赛题评分维度；项目证据矩阵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E6BEA4-2978-B2B5-432E-C80935198B69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2/15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8386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4E6B41-3A07-3E59-BE50-A42D995D714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A6ED0A-3F41-7EDD-59E5-D68D0EA88C85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可审计任务闭环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E0BB03-2B1C-967B-7A51-F4D857124B02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用户目标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任务快照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规划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受控工具执行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证据沉淀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结果验证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-&gt;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失败、拒绝和恢复都进入同一条运行轨迹。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20C13-9181-A996-11A7-0247C55A90D0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82ADB9-81DA-6B4A-6208-ACAF5AC56422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FastAPI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AgentEngine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SQLite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；事件与报告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EC2C7F-6E72-7082-12D7-709BAA2ACAD7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3/15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8676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6A1924-6FE7-0B17-40CF-60468D9905FE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892CD2-87C1-01C1-8633-A3A361A214C1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不可变 </a:t>
            </a:r>
            <a:r>
              <a:rPr lang="en-US" altLang="zh-CN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Run </a:t>
            </a:r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CF3FDC-04C4-C047-EA4D-67DD806913CE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每次运行冻结模型、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Agent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、授权范围、工具集合、目标和附件摘要。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后续规划与结果始终关联同一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Run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，避免配置漂移。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2FEB73-AFDC-D5C6-F2A8-423CCF3E3FAB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41B0D4-E41E-5583-1590-21A8024442E5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TaskSpec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Run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Artifact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ExecutionStep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</a:t>
            </a:r>
            <a:endParaRPr lang="zh-CN" altLang="en-US" sz="11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474CD9-4771-2C55-036C-9C231ED5C82D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4/15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1729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3F5334-9C92-4530-4FC1-49B65AD442AE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DCFB77-1CBD-4DAC-FC71-D79589187909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自主规划与动态调整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170D82-436E-4A61-6D6E-18BA821FCDFA}"/>
              </a:ext>
            </a:extLst>
          </p:cNvPr>
          <p:cNvSpPr txBox="1"/>
          <p:nvPr/>
        </p:nvSpPr>
        <p:spPr>
          <a:xfrm>
            <a:off x="825500" y="1676400"/>
            <a:ext cx="635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默认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Agent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使用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dynamic + verified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：先生成任务理解和计划，再执行工具。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遇到工具失败、证据不足或安全拒绝时，系统重规划并保留原因。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809DCD-6BD1-DB61-3179-E14076C86119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5A5D04-B75B-A2EC-8059-D977F9256D86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Task Brief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Planner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；检查点；重规划回归测试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AD598F-280B-6F37-A78B-69DFAB510470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5/15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79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7BC643-0DA4-656E-2BBB-B6F3F406BC9B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5190E5-1264-127D-0147-485818C52C6A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工具协同与扩展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904C69-D2D0-FE96-6B53-5A3B9A41D04A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ToolSpec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统一输入输出、风险等级、超时和审计契约。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当前覆盖文件、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IOC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、时间线、编码、哈希、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JWT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PCAP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、静态分析和授权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localhost HTTP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8DF720-AF13-6009-39C4-A8E00B2C1855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2B170F-B4DF-41D8-0341-673B70F160E4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ToolSpec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Registry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Executor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19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个工具契约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3AB564-E7C4-E02D-F979-87179D4004B3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6/15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343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42CE08-64F3-13EC-178A-864D4CF76CAC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DA3B58-DD1A-7BDC-95E1-247615870C58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附件理解与证据提取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179A75-2A7C-E579-5C3F-2200CA8706D5}"/>
              </a:ext>
            </a:extLst>
          </p:cNvPr>
          <p:cNvSpPr txBox="1"/>
          <p:nvPr/>
        </p:nvSpPr>
        <p:spPr>
          <a:xfrm>
            <a:off x="825500" y="16764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附件先经过类型、大小和归档安全检查，再由受控工具解析。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提取结果作为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Artifact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保存，不依赖模型口头声称。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12A4DD-10A2-A737-A354-955B4BCF3DD7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B37E7C-27CD-2FA4-2A29-7E7D5F071C5F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证据：上传校验；附件解析工具；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Artifact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索引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05AB09-641A-17BA-7248-A31657F691DD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7/15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6158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1675B5-81BF-5486-F8CC-4E4829D7C403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6CCDEC-0351-1691-374A-EE529FCAE7A7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本地 </a:t>
            </a:r>
            <a:r>
              <a:rPr lang="en-US" altLang="zh-CN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Web </a:t>
            </a:r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只读分析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91C1F8-7503-40EB-8ABA-F074CEC0AF02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网络访问限定在用户授权范围，默认仅允许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localhost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请求、响应摘要和解析结果进入审计轨迹，越界访问被策略层拒绝。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6D9AD1-362A-3086-38E7-BE8E80686154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046BF5-8E13-7A82-1385-F6C01D9E156B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证据：授权范围；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URL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策略；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HTTP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证据工具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73100B-B512-8F7D-C356-2810F44EC254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8/15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7271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4B5399-648F-0C5D-5CCC-9BA9921BAFA4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91BAC3-AF0D-1A02-FBD0-7977B5389C3C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Prompt Injection </a:t>
            </a:r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防护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32C51D-6E4E-FC6D-1FBC-C4F4AF3A650E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外部内容始终按不可信数据处理，不能覆盖系统规则与用户授权。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检测到注入后记录风险并继续完成安全范围内的任务。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4D1B3A-B912-BA6A-550D-FE23B0E7DC72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8E18BD-35A9-0590-86D1-BEC174AA0283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证据：提示注入检测；策略拒绝；安全恢复测试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552326-BF2A-90A6-9337-CAD8A8B322F3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9/15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5223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D1BF16-C2F7-AC84-C948-629793DA290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1ADAF0-612F-B401-230D-FE2511AAE972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解释、验证与复现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4E8F0A-D86A-AF29-0526-3C8DD4DEE861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事件流展示每一步决策、工具参数摘要、结果和证据引用。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成功工具调用只代表来源可靠，只有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Evidence/Judge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通过才显示独立验证。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C87591-2B83-4CCF-95E1-3F6CD107FE6B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CA947A-EC42-F80E-7B56-7A06B27C3BE7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trajectory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report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EvaluationScorer</a:t>
            </a:r>
            <a:endParaRPr lang="zh-CN" altLang="en-US" sz="11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BB65D5-43B7-6ADE-97EF-0CEC8FA0BC2C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10/15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2399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9F4422-FB4D-EF36-0515-85A0AF43231F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1D6BB0-E1B9-D935-967D-3BE37B877868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统一工作台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E44972-4F2C-23CE-F427-90970603CF8B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任务创建、授权、执行进度、工具调用、证据与报告集中在一个界面。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设置和日志均做脱敏处理，默认入口为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127.0.0.1:8080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05BFA8-C2A6-F89C-2F9C-3B1733B212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2514600"/>
            <a:ext cx="4000500" cy="22479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544F359-5AE6-7678-D517-6C9982BFD315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BA9E85-AE05-32E3-250C-3A9FF15E35B6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证据：真实工作台；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Playwright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桌面截图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BBF1D3-4C76-FC9E-A1C2-B9B75A40842F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11/15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0551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B0C2D2-B41E-D291-23AE-5ED0BE345311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C490C5-1EBA-F600-9C71-BC042F77526B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移动端可用性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B61C90-31F0-7BA6-0094-4CCFC4A6EA61}"/>
              </a:ext>
            </a:extLst>
          </p:cNvPr>
          <p:cNvSpPr txBox="1"/>
          <p:nvPr/>
        </p:nvSpPr>
        <p:spPr>
          <a:xfrm>
            <a:off x="825500" y="16764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移动端保留任务创建、授权确认、运行状态与安全边界入口。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布局针对窄屏重排，核心信息不被裁切或遮挡。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140A2B-3A3F-79F3-6BA5-DD20D79F59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1600200"/>
            <a:ext cx="2286000" cy="4064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83B083-3AB3-945A-7DB9-3D9538DC1F69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2BD613-6931-BD89-640F-9DAC6656D08E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Playwright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移动端截图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30B764-2CD5-1DC6-8B41-58DE9DF94A8E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12/15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847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9AD922-18F7-C66B-B2EB-C393D70B046E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D45186-2D75-06FC-DAA3-0F75766411CE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工程化与供应链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DF917A-10CF-2250-C630-60657258F4E5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Docker Compose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一键部署，提供健康检查、迁移、诊断、备份和恢复脚本。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后端、前端、工具契约与依赖审计纳入统一质量门禁。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5ACB0B-7822-6EFB-A9ED-03C76F2ED08A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9FD4B1-BCBA-3A88-ED31-6704C4EB2E80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87.37%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覆盖率；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106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项前端测试；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Docker 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健康检查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4A1633-C3F9-0AE2-315C-4C7587A69045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13/15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5494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1458C7-F2A6-1C98-94CE-C175B9C9279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13FEF7-00D8-0B36-4698-11CC284E00DF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通用评测口径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CC1E5B-CAB7-4898-3298-797BA8B4A3E9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evaluation_cases 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提供可扩展的本地评测集合。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每个任务检查结构化结果、成功工具、证据来源、授权范围和预算，不将模型自述当作成绩。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BA598C-5CB3-4736-8960-05A9B58ECE10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1F5B7E-B6D2-302A-F13C-365B7D9F08FE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EvaluationRunner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EvaluationScorer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JWT/IOC/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编码验收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B3B6EF-6DE1-4596-1BAF-0E3A5E0EBBAA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14/15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592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ABB8F7-5021-94F2-DF75-7E97F4449117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6E76C6-46DC-7709-9CE0-4C7D8DBE303C}"/>
              </a:ext>
            </a:extLst>
          </p:cNvPr>
          <p:cNvSpPr txBox="1"/>
          <p:nvPr/>
        </p:nvSpPr>
        <p:spPr>
          <a:xfrm>
            <a:off x="762000" y="533400"/>
            <a:ext cx="10668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D1C23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能力边界与提交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A67788-8EEB-4561-4739-1734954BF958}"/>
              </a:ext>
            </a:extLst>
          </p:cNvPr>
          <p:cNvSpPr txBox="1"/>
          <p:nvPr/>
        </p:nvSpPr>
        <p:spPr>
          <a:xfrm>
            <a:off x="825500" y="1676400"/>
            <a:ext cx="635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仅处理明确授权的附件和本地目标；不提供任意 </a:t>
            </a:r>
            <a:r>
              <a:rPr lang="en-US" altLang="zh-CN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Shell</a:t>
            </a:r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，不攻击公网目标，不代替外部平台提交。</a:t>
            </a:r>
          </a:p>
          <a:p>
            <a:r>
              <a:rPr lang="zh-CN" altLang="en-US">
                <a:solidFill>
                  <a:srgbClr val="3232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决赛平台开放后再适配指定网关和判分协议。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267B73-A1B6-6335-D199-C64F6D0816A5}"/>
              </a:ext>
            </a:extLst>
          </p:cNvPr>
          <p:cNvSpPr/>
          <p:nvPr/>
        </p:nvSpPr>
        <p:spPr>
          <a:xfrm>
            <a:off x="762000" y="5943600"/>
            <a:ext cx="10668000" cy="25400"/>
          </a:xfrm>
          <a:prstGeom prst="rect">
            <a:avLst/>
          </a:prstGeom>
          <a:solidFill>
            <a:srgbClr val="5484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486886-33CB-552C-258F-1196D6D4153D}"/>
              </a:ext>
            </a:extLst>
          </p:cNvPr>
          <p:cNvSpPr txBox="1"/>
          <p:nvPr/>
        </p:nvSpPr>
        <p:spPr>
          <a:xfrm>
            <a:off x="825500" y="61595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证据：技术报告；部署</a:t>
            </a:r>
            <a:r>
              <a:rPr lang="en-US" altLang="zh-CN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用户手册；证据矩阵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E74FAE-78C1-51B7-A7BB-DEAFDA082E3F}"/>
              </a:ext>
            </a:extLst>
          </p:cNvPr>
          <p:cNvSpPr txBox="1"/>
          <p:nvPr/>
        </p:nvSpPr>
        <p:spPr>
          <a:xfrm>
            <a:off x="825500" y="66675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御网智元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</a:t>
            </a:r>
            <a:r>
              <a:rPr lang="zh-CN" altLang="en-US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初审作品说明 </a:t>
            </a:r>
            <a:r>
              <a:rPr lang="en-US" altLang="zh-CN" sz="1000">
                <a:solidFill>
                  <a:srgbClr val="54545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 15/15</a:t>
            </a:r>
            <a:endParaRPr lang="zh-CN" altLang="en-US" sz="1000">
              <a:solidFill>
                <a:srgbClr val="54545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8381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</Words>
  <Application>Microsoft Office PowerPoint</Application>
  <PresentationFormat>宽屏</PresentationFormat>
  <Paragraphs>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 c</dc:creator>
  <cp:lastModifiedBy>jh c</cp:lastModifiedBy>
  <cp:revision>1</cp:revision>
  <dcterms:created xsi:type="dcterms:W3CDTF">2026-09-03T07:13:51Z</dcterms:created>
  <dcterms:modified xsi:type="dcterms:W3CDTF">2026-09-03T07:13:51Z</dcterms:modified>
</cp:coreProperties>
</file>